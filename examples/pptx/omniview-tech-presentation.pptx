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12192000" cy="6858000" type="screen16x9"/>
  <p:sldIdLst>
    <p:sldId id="256" r:id="rId1"/>
    <p:sldId id="257" r:id="rId2"/>
    <p:sldId id="258" r:id="rId3"/>
  </p:sldIdLst>
</p:presentation>
</file>

<file path=ppt/slides/_rels/slide2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slide1.xml><?xml version="1.0" encoding="UTF-8" standalone="yes"?>
<p:sld xmlns:p="http://schemas.openxmlformats.org/presentationml/2006/main" xmlns:a="http://schemas.openxmlformats.org/drawingml/2006/main">
  <p:cSld>
    <p:spTree>
      <p:sp>
        <p:spPr>
          <a:xfrm><a:off x="1016000" y="1651000"/><a:ext cx="10160000" cy="1524000"/></a:xfrm>
        </p:spPr>
        <p:txBody>
          <a:p>
            <a:r>
              <a:rPr b="1" sz="4400"><a:solidFill><a:srgbClr val="0F172A"/></a:solidFill></a:rPr>
              <a:t>OmniView PPTX 原生演播工作台</a:t>
            </a:r>
          </a:p>
        </p:txBody>
      </p:sp>
      <p:sp>
        <p:spPr>
          <a:xfrm><a:off x="1016000" y="3429000"/><a:ext cx="10160000" cy="762000"/></p:xfrm>
        </p:spPr>
        <p:txBody>
          <a:p>
            <a:r>
              <a:rPr sz="2200"><a:solidFill><a:srgbClr val="64748B"/></a:solidFill></a:rPr>
              <a:t>纯前端离线 OOXML 矢量解析，高保真还原形状、插图与矩阵表格</a:t>
            </a:r>
          </a:p>
        </p:txBody>
      </p:sp>
      <!-- 封面底部装饰色条形状 (测试纯形状无文字保留) -->
      <p:sp>
        <p:spPr>
          <a:xfrm><a:off x="1016000" y="5500000"/><a:ext cx="10160000" cy="76200"/></a:xfrm>
          <a:prstGeom prst="roundRect"><a:avLst/></a:prstGeom>
          <a:solidFill><a:schemeClr val="accent1"/></a:solidFill>
        </p:spPr>
      </p:sp>
    </p:spTree>
  </p:cSld>
</p:sld>
</file>

<file path=ppt/slides/slide2.xml><?xml version="1.0" encoding="UTF-8" standalone="yes"?>
<p:sld xmlns:p="http://schemas.openxmlformats.org/presentationml/2006/main" xmlns:a="http://schemas.openxmlformats.org/drawingml/2006/main" xmlns:r="http://schemas.openxmlformats.org/officeDocument/2006/relationships">
  <p:cSld>
    <p:spTree>
      <p:sp>
        <p:spPr>
          <a:xfrm><a:off x="762000" y="508000"/><a:ext cx="10668000" cy="762000"/></p:xfrm>
        </p:spPr>
        <p:txBody>
          <a:p>
            <a:r>
              <a:rPr b="1" sz="3200"><a:solidFill><a:srgbClr val="0F172A"/></a:solidFill></a:rPr>
              <a:t>核心渲染架构与工作流</a:t>
            </a:r>
          </a:p>
        </p:txBody>
      </p:sp>
      <p:sp>
        <p:spPr>
          <a:xfrm><a:off x="762000" y="1524000"/><a:ext cx="7500000" cy="4572000"/></p:xfrm>
        </p:spPr>
        <p:txBody>
          <a:p>
            <a:r>
              <a:rPr b="1" sz="2000"><a:solidFill><a:srgbClr val="3B82F6"/></a:solidFill></a:rPr>
              <a:t>• 纯离线微内核解析：</a:t>
            </a:r>
            <a:r>
              <a:rPr sz="1800"/>
              <a:t> 基于 JSZip 直接提取 OOXML XML 节点，无需任何外网或云服务转换。</a:t>
            </a:r>
          </a:p>
          <a:p>
            <a:r>
              <a:rPr b="1" sz="2000"><a:solidFill><a:srgbClr val="10B981"/></a:solidFill></a:rPr>
              <a:t>• 绝对坐标矢量视口：</a:t>
            </a:r>
            <a:r>
              <a:rPr sz="1800"/>
              <a:t> 无论在 4K 宽屏还是侧边栏，自适应 16:9/4:3 完美等比居中缩放。</a:t>
            </a:r>
          </a:p>
          <a:p>
            <a:r>
              <a:rPr b="1" sz="2000"><a:solidFill><a:srgbClr val="8B5CF6"/></a:solidFill></a:rPr>
              <a:t>• 演播级交互体验：</a:t>
            </a:r>
            <a:r>
              <a:rPr sz="1800"/>
              <a:t> 支持全屏沉浸演播、快捷键左右翻页、缩略图大纲列表与演讲者备注抽屉。</a:t>
            </a:r>
          </a:p>
        </p:txBody>
      </p:sp>
      <!-- 插图图片测试节点 -->
      <p:pic>
        <p:nvPicPr>
          <p:cNvPr id="5" name="架构示意图"/>
          <p:cNvPicPr/>
          <p:nvPr/>
        </p:nvPicPr>
        <p:blipFill>
          <a:blip r:embed="rIdImg1"/>
          <a:stretch><a:fillRect/></a:stretch>
        </p:blipFill>
        <p:spPr>
          <a:xfrm><a:off x="8800000" y="1800000"/><a:ext cx="2600000" cy="2600000"/></a:xfrm>
          <a:prstGeom prst="rect"><a:avLst/></a:prstGeom>
        </p:spPr>
      </p:pic>
    </p:spTree>
  </p:cSld>
</p:sld>
</file>

<file path=ppt/slides/slide3.xml><?xml version="1.0" encoding="UTF-8" standalone="yes"?>
<p:sld xmlns:p="http://schemas.openxmlformats.org/presentationml/2006/main" xmlns:a="http://schemas.openxmlformats.org/drawingml/2006/main">
  <p:cSld>
    <p:spTree>
      <p:sp>
        <p:spPr>
          <a:xfrm><a:off x="762000" y="508000"/><a:ext cx="10668000" cy="762000"/></p:xfrm>
        </p:spPr>
        <p:txBody>
          <a:p>
            <a:r>
              <a:rPr b="1" sz="3200"><a:solidFill><a:srgbClr val="0F172A"/></a:solidFill></a:rPr>
              <a:t>特性支持矩阵</a:t>
            </a:r>
          </a:p>
        </p:txBody>
      </p:sp>
      <!-- 标准表格框架 -->
      <p:graphicFrame>
        <p:nvGraphicFramePr>
          <p:cNvPr id="6" name="支持矩阵表格"/>
          <p:cNvGraphicFramePr/>
          <p:nvPr/>
        </p:nvGraphicFramePr>
        <p:xfrm><a:off x="762000" y="1524000"/><a:ext cx="10668000" cy="3800000"/></p:xfrm>
        <a:graphic>
          <a:graphicData uri="http://schemas.openxmlformats.org/drawingml/2006/main">
            <a:tbl>
              <a:tblGrid>
                <a:gridCol w="3000000"/>
                <a:gridCol w="4000000"/>
                <a:gridCol w="3668000"/>
              </a:tblGrid>
              <a:tr h="600000">
                <a:tc>
                  <a:txBody><a:p><a:r><a:rPr b="1" sz="1600"/><a:t>格式类型</a:t></a:r></a:p></a:txBody>
                  <a:tcPr><a:solidFill><a:srgbClr val="F1F5F9"/></a:solidFill></a:tcPr>
                </a:tc>
                <a:tc>
                  <a:txBody><a:p><a:r><a:rPr b="1" sz="1600"/><a:t>渲染引擎模式</a:t></a:r></a:p></a:txBody>
                  <a:tcPr><a:solidFill><a:srgbClr val="F1F5F9"/></a:solidFill></a:tcPr>
                </a:tc>
                <a:tc>
                  <a:txBody><a:p><a:r><a:rPr b="1" sz="1600"/><a:t>离线安全性</a:t></a:r></a:p></a:txBody>
                  <a:tcPr><a:solidFill><a:srgbClr val="F1F5F9"/></a:solidFill></a:tcPr>
                </a:tc>
              </a:tr>
              <a:tr h="500000">
                <a:tc>
                  <a:txBody><a:p><a:r><a:t>PowerPoint (.pptx)</a:t></a:r></a:p></a:txBody>
                </a:tc>
                <a:tc>
                  <a:txBody><a:p><a:r><a:t>原生 OOXML 矢量排版引擎</a:t></a:r></a:p></a:txBody>
                </a:tc>
                <a:tc>
                  <a:txBody><a:p><a:r><a:t>100% 纯前端零网络依赖</a:t></a:r></a:p></a:txBody>
                </a:tc>
              </a:tr>
              <a:tr h="500000">
                <a:tc>
                  <a:txBody><a:p><a:r><a:t>Word (.docx)</a:t></a:r></a:p></a:txBody>
                </a:tc>
                <a:tc>
                  <a:txBody><a:p><a:r><a:t>高保真流式文档排版</a:t></a:r></a:p></a:txBody>
                </a:tc>
                <a:tc>
                  <a:txBody><a:p><a:r><a:t>DOMPurify 严格过滤</a:t></a:r></a:p>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F172A"/>
      </a:dk1>
      <a:lt1>
        <a:sysClr val="window" lastClr="FFFFFF"/>
      </a:lt1>
      <a:dk2>
        <a:srgbClr val="1E293B"/>
      </a:dk2>
      <a:lt2>
        <a:srgbClr val="F8FAFC"/>
      </a:lt2>
      <a:accent1>
        <a:srgbClr val="3B82F6"/>
      </a:accent1>
      <a:accent2>
        <a:srgbClr val="10B981"/>
      </a:accent2>
      <a:accent3>
        <a:srgbClr val="8B5CF6"/>
      </a:accent3>
      <a:accent4>
        <a:srgbClr val="F59E0B"/>
      </a:accent4>
      <a:accent5>
        <a:srgbClr val="EC4899"/>
      </a:accent5>
      <a:accent6>
        <a:srgbClr val="06B6D4"/>
      </a:accent6>
      <a:hlink>
        <a:srgbClr val="2563EB"/>
      </a:hlink>
      <a:folHlink>
        <a:srgbClr val="7C3AED"/>
      </a:folHlink>
    </a:clrScheme>
  </a:themeElements>
</a:theme>
</file>

<file path=docProps/core.xml><?xml version="1.0" encoding="utf-8"?>
<cp:coreProperties xmlns:cp="http://schemas.openxmlformats.org/package/2006/metadata/core-properties" xmlns:dc="http://purl.org/dc/elements/1.1/">
  <dc:title>OmniView PowerPoint 架构演示文稿</dc:title>
  <dc:creator>OmniView Architecture Team</dc:creator>
  <dc:description>OmniView 纯离线 PPTX 矢量幻灯片渲染引擎演示</dc:description>
</cp:coreProperties>
</file>